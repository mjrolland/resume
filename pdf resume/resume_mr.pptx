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601200" cy="12801600" type="A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8" autoAdjust="0"/>
    <p:restoredTop sz="94660"/>
  </p:normalViewPr>
  <p:slideViewPr>
    <p:cSldViewPr snapToGrid="0">
      <p:cViewPr>
        <p:scale>
          <a:sx n="70" d="100"/>
          <a:sy n="70" d="100"/>
        </p:scale>
        <p:origin x="265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4823-930B-463E-A07B-0F007D853A65}" type="datetimeFigureOut">
              <a:rPr lang="fr-FR" smtClean="0"/>
              <a:t>04/01/2022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03073-6EDD-4347-B92D-36C99CF174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3602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4823-930B-463E-A07B-0F007D853A65}" type="datetimeFigureOut">
              <a:rPr lang="fr-FR" smtClean="0"/>
              <a:t>04/01/2022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03073-6EDD-4347-B92D-36C99CF174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3049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4823-930B-463E-A07B-0F007D853A65}" type="datetimeFigureOut">
              <a:rPr lang="fr-FR" smtClean="0"/>
              <a:t>04/01/2022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03073-6EDD-4347-B92D-36C99CF174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6661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4823-930B-463E-A07B-0F007D853A65}" type="datetimeFigureOut">
              <a:rPr lang="fr-FR" smtClean="0"/>
              <a:t>04/01/2022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03073-6EDD-4347-B92D-36C99CF174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0665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4823-930B-463E-A07B-0F007D853A65}" type="datetimeFigureOut">
              <a:rPr lang="fr-FR" smtClean="0"/>
              <a:t>04/01/2022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03073-6EDD-4347-B92D-36C99CF174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417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4823-930B-463E-A07B-0F007D853A65}" type="datetimeFigureOut">
              <a:rPr lang="fr-FR" smtClean="0"/>
              <a:t>04/01/2022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03073-6EDD-4347-B92D-36C99CF174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5762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4823-930B-463E-A07B-0F007D853A65}" type="datetimeFigureOut">
              <a:rPr lang="fr-FR" smtClean="0"/>
              <a:t>04/01/2022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03073-6EDD-4347-B92D-36C99CF174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3462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4823-930B-463E-A07B-0F007D853A65}" type="datetimeFigureOut">
              <a:rPr lang="fr-FR" smtClean="0"/>
              <a:t>04/01/2022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03073-6EDD-4347-B92D-36C99CF174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2430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4823-930B-463E-A07B-0F007D853A65}" type="datetimeFigureOut">
              <a:rPr lang="fr-FR" smtClean="0"/>
              <a:t>04/01/2022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03073-6EDD-4347-B92D-36C99CF174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1632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4823-930B-463E-A07B-0F007D853A65}" type="datetimeFigureOut">
              <a:rPr lang="fr-FR" smtClean="0"/>
              <a:t>04/01/2022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03073-6EDD-4347-B92D-36C99CF174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0664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4823-930B-463E-A07B-0F007D853A65}" type="datetimeFigureOut">
              <a:rPr lang="fr-FR" smtClean="0"/>
              <a:t>04/01/2022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03073-6EDD-4347-B92D-36C99CF174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6015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4823-930B-463E-A07B-0F007D853A65}" type="datetimeFigureOut">
              <a:rPr lang="fr-FR" smtClean="0"/>
              <a:t>04/01/2022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03073-6EDD-4347-B92D-36C99CF174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9778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243011" y="0"/>
            <a:ext cx="2358188" cy="1280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469233" y="300789"/>
            <a:ext cx="5005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latin typeface="Candara Light" panose="020E0502030303020204" pitchFamily="34" charset="0"/>
                <a:ea typeface="Noto Sans Light" panose="020B0402040504020204" pitchFamily="34"/>
                <a:cs typeface="Noto Sans Light" panose="020B0402040504020204" pitchFamily="34"/>
              </a:rPr>
              <a:t>MATTHIEU ROLLAND</a:t>
            </a:r>
          </a:p>
          <a:p>
            <a:r>
              <a:rPr lang="fr-FR" sz="1200" dirty="0" smtClean="0">
                <a:latin typeface="Candara Light" panose="020E0502030303020204" pitchFamily="34" charset="0"/>
                <a:ea typeface="Noto Sans Light" panose="020B0402040504020204" pitchFamily="34"/>
                <a:cs typeface="Noto Sans Light" panose="020B0402040504020204" pitchFamily="34"/>
              </a:rPr>
              <a:t>STATISTICIAN SPECIALISED IN EPIDEMIOLOGY</a:t>
            </a:r>
            <a:endParaRPr lang="fr-FR" sz="1200" dirty="0">
              <a:latin typeface="Candara Light" panose="020E0502030303020204" pitchFamily="34" charset="0"/>
              <a:ea typeface="Noto Sans Light" panose="020B0402040504020204" pitchFamily="34"/>
              <a:cs typeface="Noto Sans Light" panose="020B0402040504020204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43054407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6</Words>
  <Application>Microsoft Office PowerPoint</Application>
  <PresentationFormat>A3 (297 x 420 mm)</PresentationFormat>
  <Paragraphs>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Candara Light</vt:lpstr>
      <vt:lpstr>Noto Sans Light</vt:lpstr>
      <vt:lpstr>Thème Office</vt:lpstr>
      <vt:lpstr>Présentation PowerPoint</vt:lpstr>
    </vt:vector>
  </TitlesOfParts>
  <Company>UGA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MATTHIEU ROLLAND</dc:creator>
  <cp:lastModifiedBy>MATTHIEU ROLLAND</cp:lastModifiedBy>
  <cp:revision>3</cp:revision>
  <dcterms:created xsi:type="dcterms:W3CDTF">2022-01-04T09:16:26Z</dcterms:created>
  <dcterms:modified xsi:type="dcterms:W3CDTF">2022-01-04T09:38:29Z</dcterms:modified>
</cp:coreProperties>
</file>